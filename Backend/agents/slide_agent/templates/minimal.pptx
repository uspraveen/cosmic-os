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 sz="3600" b="0">
                <a:solidFill>
                  <a:srgbClr val="333333"/>
                </a:solidFill>
                <a:latin typeface="Helvetica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 sz="1600">
                <a:solidFill>
                  <a:srgbClr val="888888"/>
                </a:solidFill>
                <a:latin typeface="Helvetica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3600" b="0">
                <a:solidFill>
                  <a:srgbClr val="333333"/>
                </a:solidFill>
                <a:latin typeface="Helvetica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 sz="1600">
                <a:solidFill>
                  <a:srgbClr val="888888"/>
                </a:solidFill>
                <a:latin typeface="Helvetica"/>
              </a:rPr>
              <a:t>Click to edit Master text styles</a:t>
            </a:r>
          </a:p>
          <a:p>
            <a:pPr lvl="1"/>
            <a:r>
              <a:rPr lang="en-US" smtClean="0" sz="1600">
                <a:solidFill>
                  <a:srgbClr val="888888"/>
                </a:solidFill>
                <a:latin typeface="Helvetica"/>
              </a:rPr>
              <a:t>Second level</a:t>
            </a:r>
          </a:p>
          <a:p>
            <a:pPr lvl="2"/>
            <a:r>
              <a:rPr lang="en-US" smtClean="0" sz="1600">
                <a:solidFill>
                  <a:srgbClr val="888888"/>
                </a:solidFill>
                <a:latin typeface="Helvetica"/>
              </a:rPr>
              <a:t>Third level</a:t>
            </a:r>
          </a:p>
          <a:p>
            <a:pPr lvl="3"/>
            <a:r>
              <a:rPr lang="en-US" smtClean="0" sz="1600">
                <a:solidFill>
                  <a:srgbClr val="888888"/>
                </a:solidFill>
                <a:latin typeface="Helvetica"/>
              </a:rPr>
              <a:t>Fourth level</a:t>
            </a:r>
          </a:p>
          <a:p>
            <a:pPr lvl="4"/>
            <a:r>
              <a:rPr lang="en-US" smtClean="0" sz="1600">
                <a:solidFill>
                  <a:srgbClr val="888888"/>
                </a:solidFill>
                <a:latin typeface="Helvetica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 sz="3600" b="0">
                <a:solidFill>
                  <a:srgbClr val="333333"/>
                </a:solidFill>
                <a:latin typeface="Helvetic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 sz="1600">
                <a:solidFill>
                  <a:srgbClr val="888888"/>
                </a:solidFill>
                <a:latin typeface="Helvetica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3600" b="0">
                <a:solidFill>
                  <a:srgbClr val="333333"/>
                </a:solidFill>
                <a:latin typeface="Helvetica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 sz="1600">
                <a:solidFill>
                  <a:srgbClr val="888888"/>
                </a:solidFill>
                <a:latin typeface="Helvetica"/>
              </a:rPr>
              <a:t>Click to edit Master text styles</a:t>
            </a:r>
          </a:p>
          <a:p>
            <a:pPr lvl="1"/>
            <a:r>
              <a:rPr lang="en-US" smtClean="0" sz="1600">
                <a:solidFill>
                  <a:srgbClr val="888888"/>
                </a:solidFill>
                <a:latin typeface="Helvetica"/>
              </a:rPr>
              <a:t>Second level</a:t>
            </a:r>
          </a:p>
          <a:p>
            <a:pPr lvl="2"/>
            <a:r>
              <a:rPr lang="en-US" smtClean="0" sz="1600">
                <a:solidFill>
                  <a:srgbClr val="888888"/>
                </a:solidFill>
                <a:latin typeface="Helvetica"/>
              </a:rPr>
              <a:t>Third level</a:t>
            </a:r>
          </a:p>
          <a:p>
            <a:pPr lvl="3"/>
            <a:r>
              <a:rPr lang="en-US" smtClean="0" sz="1600">
                <a:solidFill>
                  <a:srgbClr val="888888"/>
                </a:solidFill>
                <a:latin typeface="Helvetica"/>
              </a:rPr>
              <a:t>Fourth level</a:t>
            </a:r>
          </a:p>
          <a:p>
            <a:pPr lvl="4"/>
            <a:r>
              <a:rPr lang="en-US" smtClean="0" sz="1600">
                <a:solidFill>
                  <a:srgbClr val="888888"/>
                </a:solidFill>
                <a:latin typeface="Helvetica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solidFill>
                  <a:srgbClr val="333333"/>
                </a:solidFill>
                <a:latin typeface="Helvetica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333333"/>
                </a:solidFill>
                <a:latin typeface="Helvetica"/>
              </a:rPr>
              <a:t>Second level</a:t>
            </a:r>
          </a:p>
          <a:p>
            <a:pPr lvl="2"/>
            <a:r>
              <a:rPr lang="en-US" smtClean="0">
                <a:solidFill>
                  <a:srgbClr val="333333"/>
                </a:solidFill>
                <a:latin typeface="Helvetica"/>
              </a:rPr>
              <a:t>Third level</a:t>
            </a:r>
          </a:p>
          <a:p>
            <a:pPr lvl="3"/>
            <a:r>
              <a:rPr lang="en-US" smtClean="0">
                <a:solidFill>
                  <a:srgbClr val="333333"/>
                </a:solidFill>
                <a:latin typeface="Helvetica"/>
              </a:rPr>
              <a:t>Fourth level</a:t>
            </a:r>
          </a:p>
          <a:p>
            <a:pPr lvl="4"/>
            <a:r>
              <a:rPr lang="en-US" smtClean="0">
                <a:solidFill>
                  <a:srgbClr val="333333"/>
                </a:solidFill>
                <a:latin typeface="Helvetica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 sz="3600" b="0">
                <a:solidFill>
                  <a:srgbClr val="333333"/>
                </a:solidFill>
                <a:latin typeface="Helvetic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 sz="1600">
                <a:solidFill>
                  <a:srgbClr val="888888"/>
                </a:solidFill>
                <a:latin typeface="Helvetica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solidFill>
                  <a:srgbClr val="333333"/>
                </a:solidFill>
                <a:latin typeface="Helvetica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333333"/>
                </a:solidFill>
                <a:latin typeface="Helvetica"/>
              </a:rPr>
              <a:t>Second level</a:t>
            </a:r>
          </a:p>
          <a:p>
            <a:pPr lvl="2"/>
            <a:r>
              <a:rPr lang="en-US" smtClean="0">
                <a:solidFill>
                  <a:srgbClr val="333333"/>
                </a:solidFill>
                <a:latin typeface="Helvetica"/>
              </a:rPr>
              <a:t>Third level</a:t>
            </a:r>
          </a:p>
          <a:p>
            <a:pPr lvl="3"/>
            <a:r>
              <a:rPr lang="en-US" smtClean="0">
                <a:solidFill>
                  <a:srgbClr val="333333"/>
                </a:solidFill>
                <a:latin typeface="Helvetica"/>
              </a:rPr>
              <a:t>Fourth level</a:t>
            </a:r>
          </a:p>
          <a:p>
            <a:pPr lvl="4"/>
            <a:r>
              <a:rPr lang="en-US" smtClean="0">
                <a:solidFill>
                  <a:srgbClr val="333333"/>
                </a:solidFill>
                <a:latin typeface="Helvetica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solidFill>
                  <a:srgbClr val="333333"/>
                </a:solidFill>
                <a:latin typeface="Helvetica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solidFill>
                  <a:srgbClr val="333333"/>
                </a:solidFill>
                <a:latin typeface="Helvetica"/>
              </a:rPr>
              <a:t>Click to edit Master text styles</a:t>
            </a:r>
          </a:p>
          <a:p>
            <a:pPr lvl="1"/>
            <a:r>
              <a:rPr lang="en-US" smtClean="0">
                <a:solidFill>
                  <a:srgbClr val="333333"/>
                </a:solidFill>
                <a:latin typeface="Helvetica"/>
              </a:rPr>
              <a:t>Second level</a:t>
            </a:r>
          </a:p>
          <a:p>
            <a:pPr lvl="2"/>
            <a:r>
              <a:rPr lang="en-US" smtClean="0">
                <a:solidFill>
                  <a:srgbClr val="333333"/>
                </a:solidFill>
                <a:latin typeface="Helvetica"/>
              </a:rPr>
              <a:t>Third level</a:t>
            </a:r>
          </a:p>
          <a:p>
            <a:pPr lvl="3"/>
            <a:r>
              <a:rPr lang="en-US" smtClean="0">
                <a:solidFill>
                  <a:srgbClr val="333333"/>
                </a:solidFill>
                <a:latin typeface="Helvetica"/>
              </a:rPr>
              <a:t>Fourth level</a:t>
            </a:r>
          </a:p>
          <a:p>
            <a:pPr lvl="4"/>
            <a:r>
              <a:rPr lang="en-US" smtClean="0">
                <a:solidFill>
                  <a:srgbClr val="333333"/>
                </a:solidFill>
                <a:latin typeface="Helvetica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3600" b="0">
                <a:solidFill>
                  <a:srgbClr val="333333"/>
                </a:solidFill>
                <a:latin typeface="Helvetica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3600" b="0">
                <a:solidFill>
                  <a:srgbClr val="333333"/>
                </a:solidFill>
                <a:latin typeface="Helvetica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 sz="1600">
                <a:solidFill>
                  <a:srgbClr val="888888"/>
                </a:solidFill>
                <a:latin typeface="Helvetica"/>
              </a:rPr>
              <a:t>Click to edit Master text styles</a:t>
            </a:r>
          </a:p>
          <a:p>
            <a:pPr lvl="1"/>
            <a:r>
              <a:rPr lang="en-US" smtClean="0" sz="1600">
                <a:solidFill>
                  <a:srgbClr val="888888"/>
                </a:solidFill>
                <a:latin typeface="Helvetica"/>
              </a:rPr>
              <a:t>Second level</a:t>
            </a:r>
          </a:p>
          <a:p>
            <a:pPr lvl="2"/>
            <a:r>
              <a:rPr lang="en-US" smtClean="0" sz="1600">
                <a:solidFill>
                  <a:srgbClr val="888888"/>
                </a:solidFill>
                <a:latin typeface="Helvetica"/>
              </a:rPr>
              <a:t>Third level</a:t>
            </a:r>
          </a:p>
          <a:p>
            <a:pPr lvl="3"/>
            <a:r>
              <a:rPr lang="en-US" smtClean="0" sz="1600">
                <a:solidFill>
                  <a:srgbClr val="888888"/>
                </a:solidFill>
                <a:latin typeface="Helvetica"/>
              </a:rPr>
              <a:t>Fourth level</a:t>
            </a:r>
          </a:p>
          <a:p>
            <a:pPr lvl="4"/>
            <a:r>
              <a:rPr lang="en-US" smtClean="0" sz="1600">
                <a:solidFill>
                  <a:srgbClr val="888888"/>
                </a:solidFill>
                <a:latin typeface="Helvetica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solidFill>
                  <a:srgbClr val="333333"/>
                </a:solidFill>
                <a:latin typeface="Helvetica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 sz="3600" b="0">
                <a:solidFill>
                  <a:srgbClr val="333333"/>
                </a:solidFill>
                <a:latin typeface="Helvetica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solidFill>
                  <a:srgbClr val="333333"/>
                </a:solidFill>
                <a:latin typeface="Helvetica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 sz="3600" b="0">
                <a:solidFill>
                  <a:srgbClr val="333333"/>
                </a:solidFill>
                <a:latin typeface="Helvetica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 sz="1600">
                <a:solidFill>
                  <a:srgbClr val="888888"/>
                </a:solidFill>
                <a:latin typeface="Helvetica"/>
              </a:rPr>
              <a:t>Click to edit Master text styles</a:t>
            </a:r>
          </a:p>
          <a:p>
            <a:pPr lvl="1"/>
            <a:r>
              <a:rPr lang="en-US" smtClean="0" sz="1600">
                <a:solidFill>
                  <a:srgbClr val="888888"/>
                </a:solidFill>
                <a:latin typeface="Helvetica"/>
              </a:rPr>
              <a:t>Second level</a:t>
            </a:r>
          </a:p>
          <a:p>
            <a:pPr lvl="2"/>
            <a:r>
              <a:rPr lang="en-US" smtClean="0" sz="1600">
                <a:solidFill>
                  <a:srgbClr val="888888"/>
                </a:solidFill>
                <a:latin typeface="Helvetica"/>
              </a:rPr>
              <a:t>Third level</a:t>
            </a:r>
          </a:p>
          <a:p>
            <a:pPr lvl="3"/>
            <a:r>
              <a:rPr lang="en-US" smtClean="0" sz="1600">
                <a:solidFill>
                  <a:srgbClr val="888888"/>
                </a:solidFill>
                <a:latin typeface="Helvetica"/>
              </a:rPr>
              <a:t>Fourth level</a:t>
            </a:r>
          </a:p>
          <a:p>
            <a:pPr lvl="4"/>
            <a:r>
              <a:rPr lang="en-US" smtClean="0" sz="1600">
                <a:solidFill>
                  <a:srgbClr val="888888"/>
                </a:solidFill>
                <a:latin typeface="Helvetica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 sz="3600" b="0">
                <a:solidFill>
                  <a:srgbClr val="333333"/>
                </a:solidFill>
                <a:latin typeface="Helvetica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 sz="1600">
                <a:solidFill>
                  <a:srgbClr val="888888"/>
                </a:solidFill>
                <a:latin typeface="Helvetica"/>
              </a:rPr>
              <a:t>Click to edit Master text styles</a:t>
            </a:r>
          </a:p>
          <a:p>
            <a:pPr lvl="1"/>
            <a:r>
              <a:rPr lang="en-US" smtClean="0" sz="1600">
                <a:solidFill>
                  <a:srgbClr val="888888"/>
                </a:solidFill>
                <a:latin typeface="Helvetica"/>
              </a:rPr>
              <a:t>Second level</a:t>
            </a:r>
          </a:p>
          <a:p>
            <a:pPr lvl="2"/>
            <a:r>
              <a:rPr lang="en-US" smtClean="0" sz="1600">
                <a:solidFill>
                  <a:srgbClr val="888888"/>
                </a:solidFill>
                <a:latin typeface="Helvetica"/>
              </a:rPr>
              <a:t>Third level</a:t>
            </a:r>
          </a:p>
          <a:p>
            <a:pPr lvl="3"/>
            <a:r>
              <a:rPr lang="en-US" smtClean="0" sz="1600">
                <a:solidFill>
                  <a:srgbClr val="888888"/>
                </a:solidFill>
                <a:latin typeface="Helvetica"/>
              </a:rPr>
              <a:t>Fourth level</a:t>
            </a:r>
          </a:p>
          <a:p>
            <a:pPr lvl="4"/>
            <a:r>
              <a:rPr lang="en-US" smtClean="0" sz="1600">
                <a:solidFill>
                  <a:srgbClr val="888888"/>
                </a:solidFill>
                <a:latin typeface="Helvetica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