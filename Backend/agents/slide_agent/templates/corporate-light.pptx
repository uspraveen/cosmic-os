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1800">
                <a:solidFill>
                  <a:srgbClr val="6C757D"/>
                </a:solidFill>
                <a:latin typeface="Calibri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1800">
                <a:solidFill>
                  <a:srgbClr val="6C757D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6C757D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6C757D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6C757D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6C757D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1800">
                <a:solidFill>
                  <a:srgbClr val="6C757D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1800">
                <a:solidFill>
                  <a:srgbClr val="6C757D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6C757D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6C757D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6C757D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6C757D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1800">
                <a:solidFill>
                  <a:srgbClr val="6C757D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1800">
                <a:solidFill>
                  <a:srgbClr val="6C757D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6C757D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6C757D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6C757D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6C757D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1800">
                <a:solidFill>
                  <a:srgbClr val="6C757D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6C757D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6C757D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6C757D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6C757D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3200" b="1">
                <a:solidFill>
                  <a:srgbClr val="21252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1800">
                <a:solidFill>
                  <a:srgbClr val="6C757D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6C757D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6C757D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6C757D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6C757D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