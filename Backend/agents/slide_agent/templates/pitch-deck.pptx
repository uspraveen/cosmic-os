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>
                <a:solidFill>
                  <a:srgbClr val="B4B4C8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>
                <a:solidFill>
                  <a:srgbClr val="B4B4C8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>
                <a:solidFill>
                  <a:srgbClr val="B4B4C8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>
                <a:solidFill>
                  <a:srgbClr val="B4B4C8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>
                <a:solidFill>
                  <a:srgbClr val="B4B4C8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>
                <a:solidFill>
                  <a:srgbClr val="B4B4C8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>
                <a:solidFill>
                  <a:srgbClr val="B4B4C8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>
                <a:solidFill>
                  <a:srgbClr val="B4B4C8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FFFFFF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>
                <a:solidFill>
                  <a:srgbClr val="FFFFFF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>
                <a:solidFill>
                  <a:srgbClr val="FFFFFF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>
                <a:solidFill>
                  <a:srgbClr val="FFFFFF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FFFFFF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>
                <a:solidFill>
                  <a:srgbClr val="FFFFFF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>
                <a:solidFill>
                  <a:srgbClr val="FFFFFF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>
                <a:solidFill>
                  <a:srgbClr val="FFFFFF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FFFFFF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>
                <a:solidFill>
                  <a:srgbClr val="FFFFFF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>
                <a:solidFill>
                  <a:srgbClr val="FFFFFF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>
                <a:solidFill>
                  <a:srgbClr val="FFFFFF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>
                <a:solidFill>
                  <a:srgbClr val="B4B4C8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>
                <a:solidFill>
                  <a:srgbClr val="B4B4C8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>
                <a:solidFill>
                  <a:srgbClr val="B4B4C8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>
                <a:solidFill>
                  <a:srgbClr val="B4B4C8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FFFFFF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>
                <a:solidFill>
                  <a:srgbClr val="B4B4C8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>
                <a:solidFill>
                  <a:srgbClr val="B4B4C8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>
                <a:solidFill>
                  <a:srgbClr val="B4B4C8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>
                <a:solidFill>
                  <a:srgbClr val="B4B4C8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4000" b="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000">
                <a:solidFill>
                  <a:srgbClr val="B4B4C8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>
                <a:solidFill>
                  <a:srgbClr val="B4B4C8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>
                <a:solidFill>
                  <a:srgbClr val="B4B4C8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>
                <a:solidFill>
                  <a:srgbClr val="B4B4C8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>
                <a:solidFill>
                  <a:srgbClr val="B4B4C8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